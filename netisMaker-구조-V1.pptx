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164592" cy="146304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  <a:ea typeface="Apple SD Gothic Neo"/>
              </a:rPr>
              <a:t>netisMaker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4F6FA"/>
                </a:solidFill>
                <a:latin typeface="Calibri"/>
                <a:ea typeface="Apple SD Gothic Neo"/>
              </a:rPr>
              <a:t>한국어 모바일 코드 분석 큐 — 프로젝트 구조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6FA"/>
                </a:solidFill>
                <a:latin typeface="Calibri"/>
                <a:ea typeface="Apple SD Gothic Neo"/>
              </a:rPr>
              <a:t>Spring Boot 3.4 · Nuxt 3 · PostgreSQL · netis-auth OAuth2 ·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2026-05  ·  Hamonsoft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한 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무엇을, 누구를 위해, 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Calibri"/>
                <a:ea typeface="Apple SD Gothic Neo"/>
              </a:rPr>
              <a:t>"사용자가 GitHub 레포 + 작업 요청을 등록하면,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Calibri"/>
                <a:ea typeface="Apple SD Gothic Neo"/>
              </a:rPr>
              <a:t> 운영자 macOS의 Claude Code 구독이 한국어 분석 보고서를 만들어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Calibri"/>
                <a:ea typeface="Apple SD Gothic Neo"/>
              </a:rPr>
              <a:t> 관리자 승인 후 사용자에게 돌려준다."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356616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03320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대상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78224"/>
            <a:ext cx="323697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사내 개발자 / 관리자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사용자는 작업만 등록, 관리자(ROLE_ADMIN)는 결과 승인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65760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3657600"/>
            <a:ext cx="356616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3703320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핵심 제약 (P6)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4078224"/>
            <a:ext cx="323697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Claude Code 구독 1개 = macOS 1대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분석은 운영자 단일 호스트에서 직렬 수행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657600"/>
            <a:ext cx="35661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657600"/>
            <a:ext cx="356616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703320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전송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078224"/>
            <a:ext cx="323697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사내 백엔드 ←외부망(HTTPS)→ 운영자 macOS 워커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DB 직접 접근 없이 워커 API만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시스템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3개 컴포넌트 + 외부 서비스 1개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2918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29184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2588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프론트엔드 (Nuxt 3 SPA)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0784"/>
            <a:ext cx="296265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:3001 (dev) — 모바일 우선 반응형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Quasar UI + Pinia 스토어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OAuth2 Auth Code + PKCE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5초 폴링으로 task 상태 갱신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5 페이지: login, callback,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tasks/[id], admin/workers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80160"/>
            <a:ext cx="32918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80160"/>
            <a:ext cx="329184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32588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백엔드 API (api 프로파일)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700784"/>
            <a:ext cx="296265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:8090 사내 서버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Spring Boot 3.4 + JPA + Flyway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JWT 검증 (issuer=netis-auth:9000)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/api/tasks, /api/queue, /api/me,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/api/workers, /worker/* (API-Key)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PostgreSQL com 스키마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280160"/>
            <a:ext cx="32918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329184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132588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워커 데몬 (worker 프로파일)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1700784"/>
            <a:ext cx="296265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운영자 macOS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web-application-type=none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5초 폴링 + 10초 heartbeat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git clone/fetch → claude -p exec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5섹션 마크다운 + subtasks JSON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DB 직접 접근 없음 (HTTP만)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2918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3291840" cy="292608"/>
          </a:xfrm>
          <a:prstGeom prst="rect">
            <a:avLst/>
          </a:prstGeom>
          <a:solidFill>
            <a:srgbClr val="6B7A90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70332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netis-auth (외부)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078224"/>
            <a:ext cx="2962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:9000 Spring Authorization Server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client: netis-maker-spa (PKCE)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1h access · 7d refresh (rotation)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claim: username, authorities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2918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657600"/>
            <a:ext cx="3291840" cy="292608"/>
          </a:xfrm>
          <a:prstGeom prst="rect">
            <a:avLst/>
          </a:prstGeom>
          <a:solidFill>
            <a:srgbClr val="6B7A90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70332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PostgreSQL (외부)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078224"/>
            <a:ext cx="2962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:5432 — 5개 스키마 공유 환경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com 스키마에 netisMaker 객체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Flyway baseline-version=0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task, task_analysis, history,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worker_heartbeat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657600"/>
            <a:ext cx="32918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3657600"/>
            <a:ext cx="3291840" cy="292608"/>
          </a:xfrm>
          <a:prstGeom prst="rect">
            <a:avLst/>
          </a:prstGeom>
          <a:solidFill>
            <a:srgbClr val="6B7A90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7072" y="370332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Claude Code 구독 (외부)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4078224"/>
            <a:ext cx="2962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운영자 macOS 로그인 1계정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claude -p "&lt;prompt&gt;" 형태로 호출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10분 timeout, 한국어 출력 강제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OAuth (API key 아님)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데이터 흐름: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① 사용자 → 프론트엔드(JWT) → 백엔드 /api/tasks  (task 등록)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② 워커 → 백엔드 /worker/next-task               (큐 폴링)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③ 워커 → GitHub clone + Claude exec             (외부망)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④ 워커 → 백엔드 /worker/tasks/{id}/result        (결과 업로드)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⑤ 관리자 → 프론트엔드 → 백엔드 /api/tasks/{id}/approve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인증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OAuth2 Authorization Code + PKCE (public SPA client)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04 / 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188720"/>
            <a:ext cx="594360" cy="59436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사용자 → 프론트엔드 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브라우저에서 로그인 버튼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프론트엔드 → netis-auth /oauth2/authorize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state + PKCE code_challenge 동봉, redirect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사용자 로그인 + 동의 → 콜백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/oauth/callback?code=...&amp;state=...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20439"/>
            <a:ext cx="594360" cy="59436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043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20439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프론트엔드 → /oauth2/token (Nuxt proxy)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79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code + code_verifier → access/refresh token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976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프론트엔드 → 백엔드 /api/me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17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Bearer 토큰으로 user_id, authorities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749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749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이후 모든 /api 호출에 Authorization 헤더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949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백엔드는 netis-auth JWKS로 RS256 검증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188720"/>
            <a:ext cx="32004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0" y="1188720"/>
            <a:ext cx="320040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1234440"/>
            <a:ext cx="28712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Nuxt devProxy 핵심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1609344"/>
            <a:ext cx="2871216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/api → :8090/api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 (백엔드)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/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/oauth2 → :9000/oauth2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 (netis-auth)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/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nitro가 prefix를 strip 후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target에 append하므로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target에 path 포함 필수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/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/oauth2 프록시는 Origin/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Referer를 same-origin으로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rewrite (netis-auth의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CorsFilter 우회)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작업 라이프사이클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9개 상태 머신 — DESIGN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566160" cy="640080"/>
          </a:xfrm>
          <a:prstGeom prst="round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작업대기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사용자가 등록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워커가 polling 대기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88720"/>
            <a:ext cx="3566160" cy="640080"/>
          </a:xfrm>
          <a:prstGeom prst="round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887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분석중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659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워커 claim 직후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claude 분석 진행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566160" cy="64008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1887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분석완료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subtasks 파싱 성공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관리자 승인 대기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566160" cy="64008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승인됨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관리자가 승인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실행 가능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66160"/>
            <a:ext cx="3566160" cy="640080"/>
          </a:xfrm>
          <a:prstGeom prst="roundRect">
            <a:avLst/>
          </a:prstGeom>
          <a:solidFill>
            <a:srgbClr val="EB5A46"/>
          </a:solidFill>
          <a:ln>
            <a:solidFill>
              <a:srgbClr val="EB5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5661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승인거절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43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관리자 거절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사용자 재등록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566160"/>
            <a:ext cx="3566160" cy="640080"/>
          </a:xfrm>
          <a:prstGeom prst="roundRect">
            <a:avLst/>
          </a:prstGeom>
          <a:solidFill>
            <a:srgbClr val="EB5A46"/>
          </a:solidFill>
          <a:ln>
            <a:solidFill>
              <a:srgbClr val="EB5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5661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분석실패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43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clone/exec/parse 실패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retry_count++ 후 자동복귀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※ 모든 전이는 com.task_status_history에 actor_type/actor_id/reason과 함께 감사 기록.</a:t>
            </a:r>
          </a:p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※ retry_count &gt;= max_retry(3) 도달 시에만 최종 분석실패. 그 전엔 자동으로 작업대기로 복귀.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PostgreSQL 스키마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com 스키마 — Flyway V1__schema.sql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51572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com.task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00784"/>
            <a:ext cx="515721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id BIGINT PK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requester_id VARCHAR(20) → com."user"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github_repo / github_branch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title / description / status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retry_count / max_retry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worker_id / claimed_at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deleted_at (soft delete)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280160"/>
            <a:ext cx="54864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280160"/>
            <a:ext cx="548640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325880"/>
            <a:ext cx="51572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com.task_analysis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1700784"/>
            <a:ext cx="515721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task_id PK FK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markdown_result TEXT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subtasks_json JSONB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claude_log / duration_ms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approved / approved_by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approved_at / completed_at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79"/>
            <a:ext cx="54864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79"/>
            <a:ext cx="548640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86199"/>
            <a:ext cx="51572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com.task_status_history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61103"/>
            <a:ext cx="515721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id BIGINT PK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task_id FK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from_status / to_status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actor_type (user|worker|admin|system)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actor_id / reason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at TIMESTAMPTZ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840479"/>
            <a:ext cx="54864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840479"/>
            <a:ext cx="5486400" cy="292608"/>
          </a:xfrm>
          <a:prstGeom prst="rect">
            <a:avLst/>
          </a:prstGeom>
          <a:solidFill>
            <a:srgbClr val="6B7A90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1" y="3886199"/>
            <a:ext cx="51572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com.worker_heartbeat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4261103"/>
            <a:ext cx="515721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worker_id VARCHAR(50) PK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last_seen_at TIMESTAMPTZ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hostname / version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claude_session_ok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vpn_status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백엔드 (api 프로파일)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src/main/java/com/hamonsoft/netismaker — Spring Boot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7784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57784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34440"/>
            <a:ext cx="5248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controller/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09344"/>
            <a:ext cx="52486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TaskController — /api/tasks CRUD + approve/reject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MeController — /api/me 사용자 프로필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QueueStatsController — /api/queue/stats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WorkerHealthController — /api/workers (ADMIN)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WorkerController — /worker/* (API-Key)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57784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57784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234440"/>
            <a:ext cx="5248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service/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09344"/>
            <a:ext cx="52486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TaskService — task 생성·조회·승인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WorkerService — claim/result/heartbeat 트랜잭션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StaleTaskRecoveryJob — @Scheduled 5min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GlobalExceptionHandler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557784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57784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840480"/>
            <a:ext cx="5248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config/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215384"/>
            <a:ext cx="52486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SecurityConfig — 두 SecurityFilterChain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  /worker/** : WorkerApiKeyFilter (ROLE_WORKER)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  /api/**    : JWT (ROLE_USER/ROLE_ADMIN)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CorsConfig — :3001/:3000 허용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94760"/>
            <a:ext cx="557784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94760"/>
            <a:ext cx="5577840" cy="292608"/>
          </a:xfrm>
          <a:prstGeom prst="rect">
            <a:avLst/>
          </a:prstGeom>
          <a:solidFill>
            <a:srgbClr val="6B7A90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840480"/>
            <a:ext cx="5248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repository/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215384"/>
            <a:ext cx="52486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TaskRepository — JpaRepository + SKIP LOCKED 쿼리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TaskAnalysisRepository / TaskStatusHistoryRepository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WorkerHeartbeatRepository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QueueStatsRepository (EntityManager 직접)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워커 데몬 처리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WorkerMainLoop.processTask — 매 5초 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08 / 12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1371600"/>
            <a:ext cx="411480" cy="41148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371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Calibri"/>
                <a:ea typeface="Apple SD Gothic Neo"/>
              </a:rPr>
              <a:t>폴링 +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645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GET /worker/next-task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→ SELECT FOR UPDATE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   SKIP LOCKED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017520"/>
            <a:ext cx="118872" cy="0"/>
          </a:xfrm>
          <a:prstGeom prst="line">
            <a:avLst/>
          </a:prstGeom>
          <a:ln w="31750">
            <a:solidFill>
              <a:srgbClr val="1F3A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82112" y="1371600"/>
            <a:ext cx="411480" cy="41148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371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19202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2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Calibri"/>
                <a:ea typeface="Apple SD Gothic Neo"/>
              </a:rPr>
              <a:t>레포 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423160"/>
            <a:ext cx="1645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GitRepoCache.ensureFresh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첫회 clone --depth=1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이후 fetch + reset --hard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33672" y="3017520"/>
            <a:ext cx="118872" cy="0"/>
          </a:xfrm>
          <a:prstGeom prst="line">
            <a:avLst/>
          </a:prstGeom>
          <a:ln w="31750">
            <a:solidFill>
              <a:srgbClr val="1F3A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29784" y="1371600"/>
            <a:ext cx="411480" cy="41148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4" y="1371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19202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Calibri"/>
                <a:ea typeface="Apple SD Gothic Neo"/>
              </a:rPr>
              <a:t>프롬프트 치환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423160"/>
            <a:ext cx="1645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한국어 분석 템플릿에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{github_repo}, {branch},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{commit_sha}, {title} 삽입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81344" y="3017520"/>
            <a:ext cx="118872" cy="0"/>
          </a:xfrm>
          <a:prstGeom prst="line">
            <a:avLst/>
          </a:prstGeom>
          <a:ln w="31750">
            <a:solidFill>
              <a:srgbClr val="1F3A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077456" y="1371600"/>
            <a:ext cx="411480" cy="41148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7456" y="1371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216" y="19202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Calibri"/>
                <a:ea typeface="Apple SD Gothic Neo"/>
              </a:rPr>
              <a:t>Claude exec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2423160"/>
            <a:ext cx="1645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claude -p "&lt;prompt&gt;"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in repo dir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10분 timeout, stdout 캡처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29016" y="3017520"/>
            <a:ext cx="118872" cy="0"/>
          </a:xfrm>
          <a:prstGeom prst="line">
            <a:avLst/>
          </a:prstGeom>
          <a:ln w="31750">
            <a:solidFill>
              <a:srgbClr val="1F3A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025128" y="1371600"/>
            <a:ext cx="411480" cy="41148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371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19202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Calibri"/>
                <a:ea typeface="Apple SD Gothic Neo"/>
              </a:rPr>
              <a:t>결과 파싱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2423160"/>
            <a:ext cx="1645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PromptResultParser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## 1.~## 5. 5섹션 검증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## 4. 항목을 JSON 배열로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76688" y="3017520"/>
            <a:ext cx="118872" cy="0"/>
          </a:xfrm>
          <a:prstGeom prst="line">
            <a:avLst/>
          </a:prstGeom>
          <a:ln w="31750">
            <a:solidFill>
              <a:srgbClr val="1F3A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972799" y="1371600"/>
            <a:ext cx="411480" cy="411480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799" y="1371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59" y="19202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6999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Calibri"/>
                <a:ea typeface="Apple SD Gothic Neo"/>
              </a:rPr>
              <a:t>업로드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6999" y="2423160"/>
            <a:ext cx="1645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POST /worker/tasks/{id}/result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markdown_result + subtasks_json</a:t>
            </a:r>
          </a:p>
          <a:p>
            <a:pPr algn="ctr"/>
            <a:r>
              <a:rPr sz="900" b="0">
                <a:solidFill>
                  <a:srgbClr val="2D3A4B"/>
                </a:solidFill>
                <a:latin typeface="Calibri"/>
                <a:ea typeface="Apple SD Gothic Neo"/>
              </a:rPr>
              <a:t>+ claude_log + duration_ms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114800"/>
            <a:ext cx="11247120" cy="6400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  <a:ea typeface="Apple SD Gothic Neo"/>
              </a:rPr>
              <a:t>병행 트랙 — @Scheduled 10초마다 POST /worker/heartbeat  (worker_id, hostname, version)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실패 경로: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clone 실패 → safePostFailure(FAILED 보고) → 백엔드가 retry_count++ 후 작업대기로 복귀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claude exit≠0 / timeout → 동일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파싱 실패 → 동일 (단, V1.1에서 permanent로 분류 예정)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max_retry(3) 도달 시 최종 분석실패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프론트엔드 (Nuxt 3 + Quasar)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frontend/ — 모바일 우선 5 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" cy="5943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enlo"/>
                <a:ea typeface="Apple SD Gothic Neo"/>
              </a:rPr>
              <a:t>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로그인 시작 — netis-auth 리다이렉트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74320" cy="5943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enlo"/>
                <a:ea typeface="Apple SD Gothic Neo"/>
              </a:rPr>
              <a:t>/oauth/callback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code → access_token 교환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39"/>
            <a:ext cx="274320" cy="5943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enlo"/>
                <a:ea typeface="Apple SD Gothic Neo"/>
              </a:rPr>
              <a:t>/tasks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7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내 task 리스트 + 새 task 등록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79"/>
            <a:ext cx="274320" cy="5943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7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enlo"/>
                <a:ea typeface="Apple SD Gothic Neo"/>
              </a:rPr>
              <a:t>/tasks/[id]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1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상세 + 마크다운/subtasks 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274320" cy="594360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enlo"/>
                <a:ea typeface="Apple SD Gothic Neo"/>
              </a:rPr>
              <a:t>/admin/workers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  <a:ea typeface="Apple SD Gothic Neo"/>
              </a:rPr>
              <a:t>ADMIN 워커 헬스 페이지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188720"/>
            <a:ext cx="32918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1188720"/>
            <a:ext cx="329184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123444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Pinia 스토어 — stores/auth.ts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1609344"/>
            <a:ext cx="296265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accessToken / refreshToken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expiresAt + me 캐시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loginRedirect (PKCE)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handleCallback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refreshMe / logout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localStorage 영속화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474720"/>
            <a:ext cx="32918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3474720"/>
            <a:ext cx="329184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2" y="3520440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QueueStatsBar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895344"/>
            <a:ext cx="296265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모든 페이지 상단 고정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5초마다 /api/queue/stats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PENDING / IN_PROGRESS /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내 task 진행률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빌드 · 실행 · 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로컬 개발 환경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PostgreSQL :5432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brew services start postgresql@17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# db=postgres user=postgres pw=ntflow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netis-auth :9000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cd ../netis-auth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./gradlew bootRun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0360"/>
            <a:ext cx="5486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548640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netisMaker 백엔드 :8090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# 기본 = api 프로파일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./gradlew bootRun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486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80360"/>
            <a:ext cx="5486400" cy="292608"/>
          </a:xfrm>
          <a:prstGeom prst="rect">
            <a:avLst/>
          </a:prstGeom>
          <a:solidFill>
            <a:srgbClr val="6B7A90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netisMaker 프론트엔드 :3001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cd frontend &amp;&amp; npm install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npm run dev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5486400" cy="292608"/>
          </a:xfrm>
          <a:prstGeom prst="rect">
            <a:avLst/>
          </a:prstGeom>
          <a:solidFill>
            <a:srgbClr val="EB5A46"/>
          </a:solidFill>
          <a:ln>
            <a:solidFill>
              <a:srgbClr val="EB5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워커 데몬 (운영자 macOS)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SPRING_PROFILES_ACTIVE=worker \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API_BASE_URL=http://localhost:8090 \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WORKER_API_KEY=... \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CLAUDE_CLI=$(which claude) \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./gradlew bootRun \</a:t>
            </a:r>
          </a:p>
          <a:p>
            <a:pPr algn="l"/>
            <a:r>
              <a:rPr sz="1000" b="0">
                <a:solidFill>
                  <a:srgbClr val="2D3A4B"/>
                </a:solidFill>
                <a:latin typeface="Menlo"/>
                <a:ea typeface="Apple SD Gothic Neo"/>
              </a:rPr>
              <a:t>  --args='--spring.profiles.active=worker'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E2E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2026-05-13 실 환경 테스트 — task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A90"/>
                </a:solidFill>
                <a:latin typeface="Menlo"/>
                <a:ea typeface="Apple SD Gothic Neo"/>
              </a:rPr>
              <a:t>00:34:59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1234440"/>
            <a:ext cx="164592" cy="274320"/>
          </a:xfrm>
          <a:prstGeom prst="ellipse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188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작업대기 → 분석중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D3A4B"/>
                </a:solidFill>
                <a:latin typeface="Calibri"/>
                <a:ea typeface="Apple SD Gothic Neo"/>
              </a:rPr>
              <a:t>워커 첫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A90"/>
                </a:solidFill>
                <a:latin typeface="Menlo"/>
                <a:ea typeface="Apple SD Gothic Neo"/>
              </a:rPr>
              <a:t>00:35:00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1874520"/>
            <a:ext cx="164592" cy="274320"/>
          </a:xfrm>
          <a:prstGeom prst="ellipse">
            <a:avLst/>
          </a:prstGeom>
          <a:solidFill>
            <a:srgbClr val="EB5A46"/>
          </a:solidFill>
          <a:ln>
            <a:solidFill>
              <a:srgbClr val="EB5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B5A46"/>
                </a:solidFill>
                <a:latin typeface="Calibri"/>
                <a:ea typeface="Apple SD Gothic Neo"/>
              </a:rPr>
              <a:t>분석중 → 분석실패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D3A4B"/>
                </a:solidFill>
                <a:latin typeface="Calibri"/>
                <a:ea typeface="Apple SD Gothic Neo"/>
              </a:rPr>
              <a:t>빈 PAT URL 버그로 clone 실패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A90"/>
                </a:solidFill>
                <a:latin typeface="Menlo"/>
                <a:ea typeface="Apple SD Gothic Neo"/>
              </a:rPr>
              <a:t>00:36:06</a:t>
            </a:r>
          </a:p>
        </p:txBody>
      </p:sp>
      <p:sp>
        <p:nvSpPr>
          <p:cNvPr id="15" name="Oval 14"/>
          <p:cNvSpPr/>
          <p:nvPr/>
        </p:nvSpPr>
        <p:spPr>
          <a:xfrm>
            <a:off x="1828800" y="2514600"/>
            <a:ext cx="164592" cy="274320"/>
          </a:xfrm>
          <a:prstGeom prst="ellipse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468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  <a:ea typeface="Apple SD Gothic Neo"/>
              </a:rPr>
              <a:t>작업대기 → 분석중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D3A4B"/>
                </a:solidFill>
                <a:latin typeface="Calibri"/>
                <a:ea typeface="Apple SD Gothic Neo"/>
              </a:rPr>
              <a:t>버그 수정 후 재시작 + 재claim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0895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A90"/>
                </a:solidFill>
                <a:latin typeface="Menlo"/>
                <a:ea typeface="Apple SD Gothic Neo"/>
              </a:rPr>
              <a:t>00:39:06</a:t>
            </a:r>
          </a:p>
        </p:txBody>
      </p:sp>
      <p:sp>
        <p:nvSpPr>
          <p:cNvPr id="19" name="Oval 18"/>
          <p:cNvSpPr/>
          <p:nvPr/>
        </p:nvSpPr>
        <p:spPr>
          <a:xfrm>
            <a:off x="1828800" y="3154679"/>
            <a:ext cx="164592" cy="27432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1089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Calibri"/>
                <a:ea typeface="Apple SD Gothic Neo"/>
              </a:rPr>
              <a:t>분석중 → 분석완료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D3A4B"/>
                </a:solidFill>
                <a:latin typeface="Calibri"/>
                <a:ea typeface="Apple SD Gothic Neo"/>
              </a:rPr>
              <a:t>178초 소요, markdown 8.5KB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36576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365760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06908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443984"/>
            <a:ext cx="332841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markdown_result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8,523 chars (5섹션 완벽)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/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subtasks_json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8 항목 (L=1, M=5, H=2)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/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duration_ms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178,047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023360"/>
            <a:ext cx="36576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023360"/>
            <a:ext cx="365760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06908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Claude가 짚어낸 결함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443984"/>
            <a:ext cx="332841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timeout(10m) &gt; stale(5m) 모순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단일스레드로 heartbeat 동결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PAT가 .git/config·ps에 노출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FAILED 보고가 retry 우회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claude 자식 프로세스 누수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23360"/>
            <a:ext cx="36576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023360"/>
            <a:ext cx="365760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06908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세션 중 수정 (커밋 b395ff2)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443984"/>
            <a:ext cx="332841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@Profile("api") 12개 클래스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web-application-type=none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(worker 프로파일)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GitRepoCache 빈 PAT 폴백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  → public repo 익명 clone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Apple SD Gothic Neo"/>
              </a:rPr>
              <a:t>현재 상태 및 V1.1 백로그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  <a:ea typeface="Apple SD Gothic Neo"/>
              </a:rPr>
              <a:t>origin/main = b395ff2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4F6FA"/>
                </a:solidFill>
                <a:latin typeface="Calibri"/>
                <a:ea typeface="Apple SD Gothic Neo"/>
              </a:rP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57784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57784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43000"/>
            <a:ext cx="5248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완료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17904"/>
            <a:ext cx="52486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DESIGN rev6 APPROVED (29 KB, 21 premises)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백엔드 api 프로파일 + 워커 daemon + 프론트 MVP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PostgreSQL com 스키마 Flyway 적용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netis-auth에 netis-maker-spa OAuth 클라이언트 등록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admin/password123 로그인 E2E + task #1 등록 검증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워커 E2E (task #2 분석완료, 8개 subtask 추출)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16 unit test PASSED (parser 9 + recovery 4 + me 3)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GitHub: micthebick84/commanCenter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97280"/>
            <a:ext cx="557784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5577840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143000"/>
            <a:ext cx="5248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V1.1 백로그 — Claude 분석이 식별한 우선순위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517904"/>
            <a:ext cx="52486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stale-threshold ↔ analysisTimeout 정합화 (M)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heartbeat 페이로드 + 스케줄러 풀 분리 (M)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ClaudeExecAdapter 견고화 (H)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transient/permanent 실패 분류 + 재시도 (H)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단일 인스턴스 PID 락 + lease token (M)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GitRepoCache PAT 노출 제거 (M)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PromptResultParser 코드블록 무시 (L)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결과 보고 디스크 큐 + 멱등 (M)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247120" cy="292608"/>
          </a:xfrm>
          <a:prstGeom prst="rect">
            <a:avLst/>
          </a:prstGeom>
          <a:solidFill>
            <a:srgbClr val="1F3A68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886200"/>
            <a:ext cx="109179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Apple SD Gothic Neo"/>
              </a:rPr>
              <a:t>인프라 트랙 (INFRA-CHECKLIST.md)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261104"/>
            <a:ext cx="1091793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Track A — netis-auth 클라이언트 운영 등록 (스코프·redirect URI 사내 도메인)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Track B — 외부망 워커 엔드포인트 도메인 + TLS 인증서 + 방화벽 화이트리스트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Track C — 정보보안 승인 (외부망에서 사내 DB 접근 없음 확인, API-Key 회전 정책)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Track D — macOS LaunchAgent plist (worker auto-start + KeepAlive)</a:t>
            </a:r>
          </a:p>
          <a:p>
            <a:pPr algn="l"/>
            <a:r>
              <a:rPr sz="1100" b="0">
                <a:solidFill>
                  <a:srgbClr val="2D3A4B"/>
                </a:solidFill>
                <a:latin typeface="Calibri"/>
                <a:ea typeface="Apple SD Gothic Neo"/>
              </a:rPr>
              <a:t>· Track E — 모니터링 대시보드 (worker_heartbeat + 큐 길이 + 실패율)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